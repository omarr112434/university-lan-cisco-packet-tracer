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6" r:id="rId7"/>
    <p:sldId id="260" r:id="rId8"/>
    <p:sldId id="268" r:id="rId9"/>
    <p:sldId id="270" r:id="rId10"/>
    <p:sldId id="271" r:id="rId11"/>
    <p:sldId id="261" r:id="rId12"/>
    <p:sldId id="263" r:id="rId13"/>
    <p:sldId id="262" r:id="rId14"/>
    <p:sldId id="272" r:id="rId15"/>
    <p:sldId id="265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CEA043-30AA-420F-B75D-F2CC18B50591}" v="17" dt="2026-02-08T12:28:12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aa.walid" userId="8740be3a-90da-4fed-a950-7c9df4d7feac" providerId="ADAL" clId="{A52C925E-205C-417D-B486-F11F3748694F}"/>
    <pc:docChg chg="custSel modSld">
      <pc:chgData name="aliaa.walid" userId="8740be3a-90da-4fed-a950-7c9df4d7feac" providerId="ADAL" clId="{A52C925E-205C-417D-B486-F11F3748694F}" dt="2026-02-04T10:30:35.320" v="4" actId="27636"/>
      <pc:docMkLst>
        <pc:docMk/>
      </pc:docMkLst>
      <pc:sldChg chg="modSp mod">
        <pc:chgData name="aliaa.walid" userId="8740be3a-90da-4fed-a950-7c9df4d7feac" providerId="ADAL" clId="{A52C925E-205C-417D-B486-F11F3748694F}" dt="2026-02-04T10:30:35.320" v="4" actId="27636"/>
        <pc:sldMkLst>
          <pc:docMk/>
          <pc:sldMk cId="0" sldId="259"/>
        </pc:sldMkLst>
        <pc:spChg chg="mod">
          <ac:chgData name="aliaa.walid" userId="8740be3a-90da-4fed-a950-7c9df4d7feac" providerId="ADAL" clId="{A52C925E-205C-417D-B486-F11F3748694F}" dt="2026-02-04T10:30:35.320" v="4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liaa.walid" userId="8740be3a-90da-4fed-a950-7c9df4d7feac" providerId="ADAL" clId="{A52C925E-205C-417D-B486-F11F3748694F}" dt="2026-02-04T10:27:29.270" v="2" actId="20577"/>
        <pc:sldMkLst>
          <pc:docMk/>
          <pc:sldMk cId="0" sldId="268"/>
        </pc:sldMkLst>
        <pc:graphicFrameChg chg="modGraphic">
          <ac:chgData name="aliaa.walid" userId="8740be3a-90da-4fed-a950-7c9df4d7feac" providerId="ADAL" clId="{A52C925E-205C-417D-B486-F11F3748694F}" dt="2026-02-04T10:27:29.270" v="2" actId="20577"/>
          <ac:graphicFrameMkLst>
            <pc:docMk/>
            <pc:sldMk cId="0" sldId="268"/>
            <ac:graphicFrameMk id="5" creationId="{00000000-0000-0000-0000-000000000000}"/>
          </ac:graphicFrameMkLst>
        </pc:graphicFrameChg>
      </pc:sldChg>
    </pc:docChg>
  </pc:docChgLst>
  <pc:docChgLst>
    <pc:chgData name="aliaa.walid" userId="8740be3a-90da-4fed-a950-7c9df4d7feac" providerId="ADAL" clId="{9053D8D4-9851-45FB-92D6-527A283C3DD1}"/>
    <pc:docChg chg="undo custSel addSld delSld modSld sldOrd">
      <pc:chgData name="aliaa.walid" userId="8740be3a-90da-4fed-a950-7c9df4d7feac" providerId="ADAL" clId="{9053D8D4-9851-45FB-92D6-527A283C3DD1}" dt="2026-02-08T12:28:12.357" v="667"/>
      <pc:docMkLst>
        <pc:docMk/>
      </pc:docMkLst>
      <pc:sldChg chg="addSp delSp modSp mod modClrScheme chgLayout">
        <pc:chgData name="aliaa.walid" userId="8740be3a-90da-4fed-a950-7c9df4d7feac" providerId="ADAL" clId="{9053D8D4-9851-45FB-92D6-527A283C3DD1}" dt="2026-02-08T11:56:54.963" v="471" actId="20577"/>
        <pc:sldMkLst>
          <pc:docMk/>
          <pc:sldMk cId="0" sldId="259"/>
        </pc:sldMkLst>
        <pc:spChg chg="mod">
          <ac:chgData name="aliaa.walid" userId="8740be3a-90da-4fed-a950-7c9df4d7feac" providerId="ADAL" clId="{9053D8D4-9851-45FB-92D6-527A283C3DD1}" dt="2026-02-08T11:32:00.272" v="3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aliaa.walid" userId="8740be3a-90da-4fed-a950-7c9df4d7feac" providerId="ADAL" clId="{9053D8D4-9851-45FB-92D6-527A283C3DD1}" dt="2026-02-08T11:56:54.963" v="471" actId="20577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aliaa.walid" userId="8740be3a-90da-4fed-a950-7c9df4d7feac" providerId="ADAL" clId="{9053D8D4-9851-45FB-92D6-527A283C3DD1}" dt="2026-02-08T11:30:24.936" v="26" actId="931"/>
          <ac:spMkLst>
            <pc:docMk/>
            <pc:sldMk cId="0" sldId="259"/>
            <ac:spMk id="8" creationId="{B76B06F2-11E3-B621-754A-B20CD4E716A0}"/>
          </ac:spMkLst>
        </pc:spChg>
        <pc:picChg chg="add mod">
          <ac:chgData name="aliaa.walid" userId="8740be3a-90da-4fed-a950-7c9df4d7feac" providerId="ADAL" clId="{9053D8D4-9851-45FB-92D6-527A283C3DD1}" dt="2026-02-08T11:30:24.936" v="26" actId="931"/>
          <ac:picMkLst>
            <pc:docMk/>
            <pc:sldMk cId="0" sldId="259"/>
            <ac:picMk id="5" creationId="{EEE3120A-C8D1-68E2-0029-5045CE37E17B}"/>
          </ac:picMkLst>
        </pc:picChg>
      </pc:sldChg>
      <pc:sldChg chg="modSp mod">
        <pc:chgData name="aliaa.walid" userId="8740be3a-90da-4fed-a950-7c9df4d7feac" providerId="ADAL" clId="{9053D8D4-9851-45FB-92D6-527A283C3DD1}" dt="2026-02-08T11:35:38.595" v="139"/>
        <pc:sldMkLst>
          <pc:docMk/>
          <pc:sldMk cId="0" sldId="260"/>
        </pc:sldMkLst>
        <pc:spChg chg="mod">
          <ac:chgData name="aliaa.walid" userId="8740be3a-90da-4fed-a950-7c9df4d7feac" providerId="ADAL" clId="{9053D8D4-9851-45FB-92D6-527A283C3DD1}" dt="2026-02-08T11:35:38.595" v="139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liaa.walid" userId="8740be3a-90da-4fed-a950-7c9df4d7feac" providerId="ADAL" clId="{9053D8D4-9851-45FB-92D6-527A283C3DD1}" dt="2026-02-08T12:10:18.070" v="472" actId="20577"/>
        <pc:sldMkLst>
          <pc:docMk/>
          <pc:sldMk cId="0" sldId="261"/>
        </pc:sldMkLst>
        <pc:spChg chg="mod">
          <ac:chgData name="aliaa.walid" userId="8740be3a-90da-4fed-a950-7c9df4d7feac" providerId="ADAL" clId="{9053D8D4-9851-45FB-92D6-527A283C3DD1}" dt="2026-02-08T12:10:18.070" v="472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modSp mod">
        <pc:chgData name="aliaa.walid" userId="8740be3a-90da-4fed-a950-7c9df4d7feac" providerId="ADAL" clId="{9053D8D4-9851-45FB-92D6-527A283C3DD1}" dt="2026-02-08T12:28:12.357" v="667"/>
        <pc:sldMkLst>
          <pc:docMk/>
          <pc:sldMk cId="0" sldId="262"/>
        </pc:sldMkLst>
        <pc:spChg chg="mod">
          <ac:chgData name="aliaa.walid" userId="8740be3a-90da-4fed-a950-7c9df4d7feac" providerId="ADAL" clId="{9053D8D4-9851-45FB-92D6-527A283C3DD1}" dt="2026-02-08T12:23:31.737" v="650" actId="5793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aliaa.walid" userId="8740be3a-90da-4fed-a950-7c9df4d7feac" providerId="ADAL" clId="{9053D8D4-9851-45FB-92D6-527A283C3DD1}" dt="2026-02-08T12:28:12.357" v="667"/>
          <ac:picMkLst>
            <pc:docMk/>
            <pc:sldMk cId="0" sldId="262"/>
            <ac:picMk id="5" creationId="{81C71780-9BEE-44AC-3C1A-CB0CB8DB864A}"/>
          </ac:picMkLst>
        </pc:picChg>
      </pc:sldChg>
      <pc:sldChg chg="modSp mod ord">
        <pc:chgData name="aliaa.walid" userId="8740be3a-90da-4fed-a950-7c9df4d7feac" providerId="ADAL" clId="{9053D8D4-9851-45FB-92D6-527A283C3DD1}" dt="2026-02-08T12:26:32.112" v="666"/>
        <pc:sldMkLst>
          <pc:docMk/>
          <pc:sldMk cId="0" sldId="263"/>
        </pc:sldMkLst>
        <pc:spChg chg="mod">
          <ac:chgData name="aliaa.walid" userId="8740be3a-90da-4fed-a950-7c9df4d7feac" providerId="ADAL" clId="{9053D8D4-9851-45FB-92D6-527A283C3DD1}" dt="2026-02-08T12:16:08.702" v="550" actId="20577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aliaa.walid" userId="8740be3a-90da-4fed-a950-7c9df4d7feac" providerId="ADAL" clId="{9053D8D4-9851-45FB-92D6-527A283C3DD1}" dt="2026-02-08T12:16:23.562" v="553" actId="2696"/>
        <pc:sldMkLst>
          <pc:docMk/>
          <pc:sldMk cId="0" sldId="264"/>
        </pc:sldMkLst>
      </pc:sldChg>
      <pc:sldChg chg="ord">
        <pc:chgData name="aliaa.walid" userId="8740be3a-90da-4fed-a950-7c9df4d7feac" providerId="ADAL" clId="{9053D8D4-9851-45FB-92D6-527A283C3DD1}" dt="2026-02-08T11:55:48.396" v="402"/>
        <pc:sldMkLst>
          <pc:docMk/>
          <pc:sldMk cId="0" sldId="266"/>
        </pc:sldMkLst>
      </pc:sldChg>
      <pc:sldChg chg="modSp mod">
        <pc:chgData name="aliaa.walid" userId="8740be3a-90da-4fed-a950-7c9df4d7feac" providerId="ADAL" clId="{9053D8D4-9851-45FB-92D6-527A283C3DD1}" dt="2026-02-08T11:50:48.454" v="330" actId="27636"/>
        <pc:sldMkLst>
          <pc:docMk/>
          <pc:sldMk cId="0" sldId="270"/>
        </pc:sldMkLst>
        <pc:spChg chg="mod">
          <ac:chgData name="aliaa.walid" userId="8740be3a-90da-4fed-a950-7c9df4d7feac" providerId="ADAL" clId="{9053D8D4-9851-45FB-92D6-527A283C3DD1}" dt="2026-02-08T11:47:32.970" v="177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aliaa.walid" userId="8740be3a-90da-4fed-a950-7c9df4d7feac" providerId="ADAL" clId="{9053D8D4-9851-45FB-92D6-527A283C3DD1}" dt="2026-02-08T11:50:48.454" v="330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aliaa.walid" userId="8740be3a-90da-4fed-a950-7c9df4d7feac" providerId="ADAL" clId="{9053D8D4-9851-45FB-92D6-527A283C3DD1}" dt="2026-02-08T11:55:33.003" v="400" actId="20577"/>
        <pc:sldMkLst>
          <pc:docMk/>
          <pc:sldMk cId="0" sldId="271"/>
        </pc:sldMkLst>
        <pc:spChg chg="mod">
          <ac:chgData name="aliaa.walid" userId="8740be3a-90da-4fed-a950-7c9df4d7feac" providerId="ADAL" clId="{9053D8D4-9851-45FB-92D6-527A283C3DD1}" dt="2026-02-08T11:55:33.003" v="400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add del mod">
        <pc:chgData name="aliaa.walid" userId="8740be3a-90da-4fed-a950-7c9df4d7feac" providerId="ADAL" clId="{9053D8D4-9851-45FB-92D6-527A283C3DD1}" dt="2026-02-08T11:54:10.259" v="395" actId="2696"/>
        <pc:sldMkLst>
          <pc:docMk/>
          <pc:sldMk cId="297161502" sldId="272"/>
        </pc:sldMkLst>
        <pc:spChg chg="mod">
          <ac:chgData name="aliaa.walid" userId="8740be3a-90da-4fed-a950-7c9df4d7feac" providerId="ADAL" clId="{9053D8D4-9851-45FB-92D6-527A283C3DD1}" dt="2026-02-08T11:52:38.540" v="366" actId="21"/>
          <ac:spMkLst>
            <pc:docMk/>
            <pc:sldMk cId="297161502" sldId="272"/>
            <ac:spMk id="3" creationId="{28CDA1C1-67CF-96DA-3A3A-2F0140207345}"/>
          </ac:spMkLst>
        </pc:spChg>
      </pc:sldChg>
      <pc:sldChg chg="modSp add mod ord">
        <pc:chgData name="aliaa.walid" userId="8740be3a-90da-4fed-a950-7c9df4d7feac" providerId="ADAL" clId="{9053D8D4-9851-45FB-92D6-527A283C3DD1}" dt="2026-02-08T12:25:02.226" v="664" actId="20577"/>
        <pc:sldMkLst>
          <pc:docMk/>
          <pc:sldMk cId="2104721839" sldId="272"/>
        </pc:sldMkLst>
        <pc:spChg chg="mod">
          <ac:chgData name="aliaa.walid" userId="8740be3a-90da-4fed-a950-7c9df4d7feac" providerId="ADAL" clId="{9053D8D4-9851-45FB-92D6-527A283C3DD1}" dt="2026-02-08T12:12:05.834" v="477"/>
          <ac:spMkLst>
            <pc:docMk/>
            <pc:sldMk cId="2104721839" sldId="272"/>
            <ac:spMk id="2" creationId="{A3680C1F-C0B5-9FE3-CDE7-62E8C08C31E7}"/>
          </ac:spMkLst>
        </pc:spChg>
        <pc:spChg chg="mod">
          <ac:chgData name="aliaa.walid" userId="8740be3a-90da-4fed-a950-7c9df4d7feac" providerId="ADAL" clId="{9053D8D4-9851-45FB-92D6-527A283C3DD1}" dt="2026-02-08T12:25:02.226" v="664" actId="20577"/>
          <ac:spMkLst>
            <pc:docMk/>
            <pc:sldMk cId="2104721839" sldId="272"/>
            <ac:spMk id="3" creationId="{A8292C58-96AE-038E-ECC8-AF1BFD13C148}"/>
          </ac:spMkLst>
        </pc:spChg>
      </pc:sldChg>
      <pc:sldChg chg="add del">
        <pc:chgData name="aliaa.walid" userId="8740be3a-90da-4fed-a950-7c9df4d7feac" providerId="ADAL" clId="{9053D8D4-9851-45FB-92D6-527A283C3DD1}" dt="2026-02-08T12:16:21.731" v="552" actId="2696"/>
        <pc:sldMkLst>
          <pc:docMk/>
          <pc:sldMk cId="4139140202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4EF8B20-4F83-4EA2-906D-98A1D11EF06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E4D30B-2983-41C3-94F8-346C60B3B9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26203/redundant-network---routers-and-switches-by-lukas-26203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learn1.bue.edu.eg/mod/resource/view.php?id=407059&amp;redirect=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mputer server&#10;&#10;AI-generated content may be incorrect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02616" y="1411015"/>
            <a:ext cx="7808159" cy="4103960"/>
          </a:xfrm>
          <a:prstGeom prst="rect">
            <a:avLst/>
          </a:prstGeom>
          <a:blipFill dpi="0" rotWithShape="1">
            <a:blip r:embed="rId4">
              <a:alphaModFix amt="86000"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tile tx="0" ty="0" sx="90000" sy="100000" flip="none" algn="ctr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328332" y="1540931"/>
            <a:ext cx="7543802" cy="3835401"/>
          </a:xfrm>
          <a:prstGeom prst="rect">
            <a:avLst/>
          </a:prstGeom>
          <a:noFill/>
          <a:ln w="15875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0" name="Group 19"/>
          <p:cNvGrpSpPr>
            <a:grpSpLocks noGrp="1" noUngrp="1" noRot="1" noChangeAspect="1" noMove="1" noResize="1"/>
          </p:cNvGrpSpPr>
          <p:nvPr/>
        </p:nvGrpSpPr>
        <p:grpSpPr>
          <a:xfrm>
            <a:off x="0" y="3123631"/>
            <a:ext cx="12231160" cy="659658"/>
            <a:chOff x="-16934" y="3123631"/>
            <a:chExt cx="12231160" cy="659658"/>
          </a:xfrm>
        </p:grpSpPr>
        <p:sp>
          <p:nvSpPr>
            <p:cNvPr id="21" name="Rounded Rectangle 17"/>
            <p:cNvSpPr/>
            <p:nvPr/>
          </p:nvSpPr>
          <p:spPr>
            <a:xfrm>
              <a:off x="2430976" y="312363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5536"/>
              <a:ext cx="2478024" cy="612648"/>
            </a:xfrm>
            <a:prstGeom prst="rect">
              <a:avLst/>
            </a:prstGeom>
          </p:spPr>
        </p:pic>
        <p:sp>
          <p:nvSpPr>
            <p:cNvPr id="23" name="Rounded Rectangle 20"/>
            <p:cNvSpPr/>
            <p:nvPr/>
          </p:nvSpPr>
          <p:spPr>
            <a:xfrm>
              <a:off x="9717803" y="312492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5536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dirty="0"/>
              <a:t>LAN Design, Implementation, and Configuration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400" y="3657600"/>
            <a:ext cx="6815455" cy="161861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Coursework Project Overview</a:t>
            </a:r>
          </a:p>
          <a:p>
            <a:pPr>
              <a:lnSpc>
                <a:spcPct val="90000"/>
              </a:lnSpc>
            </a:pPr>
            <a:r>
              <a:rPr lang="en-US" sz="2000"/>
              <a:t>Module Leader: Dr. Anar Abdelhady</a:t>
            </a:r>
          </a:p>
          <a:p>
            <a:pPr>
              <a:lnSpc>
                <a:spcPct val="90000"/>
              </a:lnSpc>
            </a:pPr>
            <a:r>
              <a:rPr lang="en-US" sz="2000"/>
              <a:t>TA: Aliaa Walid</a:t>
            </a:r>
          </a:p>
          <a:p>
            <a:pPr>
              <a:lnSpc>
                <a:spcPct val="90000"/>
              </a:lnSpc>
            </a:pPr>
            <a:r>
              <a:rPr lang="en-US" sz="2000"/>
              <a:t>TA. Dina Ayman</a:t>
            </a:r>
          </a:p>
        </p:txBody>
      </p:sp>
      <p:cxnSp>
        <p:nvCxnSpPr>
          <p:cNvPr id="26" name="Straight Connector 2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Assessment Schema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2016842" y="2660719"/>
          <a:ext cx="8158316" cy="244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9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567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Individual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55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Unseen 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556932"/>
            <a:ext cx="6727722" cy="331893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is a LAN?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Local Area Network (LAN) connects computers within a small geographic area (e.g., office, school, home).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allows for shared resources like files, printers, and internet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Project Overview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project aims to help students understand how to design, implement, and configure a LAN.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24" y="2697952"/>
            <a:ext cx="3177916" cy="31779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6993193" cy="3318936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Goals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Understand Network Cable Installation</a:t>
            </a:r>
            <a:r>
              <a:rPr lang="en-US" dirty="0"/>
              <a:t>: Compare the benefits and limitations of different networking media.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Assess Network Design</a:t>
            </a:r>
            <a:r>
              <a:rPr lang="en-US" dirty="0"/>
              <a:t>: Evaluate current infrastructure and propose improvements.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Technical Research</a:t>
            </a:r>
            <a:r>
              <a:rPr lang="en-US" dirty="0"/>
              <a:t>: Research and suggest technical solutions to networking challenges.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Cabling Best Practices</a:t>
            </a:r>
            <a:r>
              <a:rPr lang="en-US" dirty="0"/>
              <a:t>: Learn about the best practices for cabling buildings and work areas.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594" y="2881669"/>
            <a:ext cx="2804652" cy="29941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 anchor="ctr">
            <a:normAutofit/>
          </a:bodyPr>
          <a:lstStyle/>
          <a:p>
            <a:r>
              <a:rPr lang="en-US" dirty="0"/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7" y="2560320"/>
            <a:ext cx="5504043" cy="331012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Students should select a project that fits within the scope of understanding LAN design, implementation, and configuration.</a:t>
            </a:r>
          </a:p>
          <a:p>
            <a:pPr>
              <a:lnSpc>
                <a:spcPct val="90000"/>
              </a:lnSpc>
            </a:pPr>
            <a:r>
              <a:rPr lang="en-US" b="1" dirty="0"/>
              <a:t>LAN Simulation Program</a:t>
            </a:r>
            <a:r>
              <a:rPr lang="en-US" dirty="0"/>
              <a:t>: Use a networking simulator to simulate LAN performance.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E3120A-C8D1-68E2-0029-5045CE37E1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02490" y="2560638"/>
            <a:ext cx="3476520" cy="330993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Cisco Packet Tracer</a:t>
            </a:r>
          </a:p>
        </p:txBody>
      </p:sp>
      <p:pic>
        <p:nvPicPr>
          <p:cNvPr id="5" name="Picture 4" descr="A yellow and green logo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945" y="2556932"/>
            <a:ext cx="315957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Deliverables to Expect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Network Topology implementation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LAN Design Report</a:t>
            </a:r>
            <a:r>
              <a:rPr lang="en-US" dirty="0"/>
              <a:t>: Details of the design, configurations, and testing process.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Simulation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Functionality testing &amp; Verification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Due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239054"/>
              </p:ext>
            </p:extLst>
          </p:nvPr>
        </p:nvGraphicFramePr>
        <p:xfrm>
          <a:off x="1782098" y="2706577"/>
          <a:ext cx="9293943" cy="2428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7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7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190">
                <a:tc>
                  <a:txBody>
                    <a:bodyPr/>
                    <a:lstStyle/>
                    <a:p>
                      <a:r>
                        <a:rPr lang="en-US" sz="24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376">
                <a:tc>
                  <a:txBody>
                    <a:bodyPr/>
                    <a:lstStyle/>
                    <a:p>
                      <a:r>
                        <a:rPr lang="en-US" sz="2400" dirty="0"/>
                        <a:t>Week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Project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 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376">
                <a:tc>
                  <a:txBody>
                    <a:bodyPr/>
                    <a:lstStyle/>
                    <a:p>
                      <a:r>
                        <a:rPr lang="en-US" sz="2400" dirty="0"/>
                        <a:t>Week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Project Report +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60 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376">
                <a:tc>
                  <a:txBody>
                    <a:bodyPr/>
                    <a:lstStyle/>
                    <a:p>
                      <a:r>
                        <a:rPr lang="en-US" sz="2400" dirty="0"/>
                        <a:t>Week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30 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66887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Project Proposal (10 Marks)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Project title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Abstract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Scope of work and methodology.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Motivation &amp; objectives.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Expected outcomes and deliverables.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Conclusion.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References (at least 2 papers).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Milestone 1 &amp; 2: Project Delivery (Report + Implementation)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Detailed project description (Documenting all the work completed).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Technical specifications and methodology.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Implementation details.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Results (Sample runs), findings, and analysis.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Challenges encountered and solutions applied.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References.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Steps to Follow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Research</a:t>
            </a:r>
            <a:r>
              <a:rPr lang="en-US" dirty="0"/>
              <a:t>: Study the LAN technologies, networking protocols, and tools.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Design</a:t>
            </a:r>
            <a:r>
              <a:rPr lang="en-US" dirty="0"/>
              <a:t>: Plan the LAN layout, choose the appropriate networking media, and design the cable infrastructure.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Implementation</a:t>
            </a:r>
            <a:r>
              <a:rPr lang="en-US" dirty="0"/>
              <a:t>: Set up the LAN (simulated) and configure network devices.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Testing and Evaluation</a:t>
            </a:r>
            <a:r>
              <a:rPr lang="en-US" dirty="0"/>
              <a:t>: Analyze the performance of the network, troubleshoot, and optimize where necessary.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Research and initial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phase.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 and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analysis, report writing, and submission.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56932"/>
            <a:ext cx="9913373" cy="331893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Check the Coursework Assessment Criteria uploaded on the E-Learning.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1C71780-9BEE-44AC-3C1A-CB0CB8DB8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46" y="3429000"/>
            <a:ext cx="4192807" cy="9776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24FF4-1F7A-7FC7-411A-5F4EB2E4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0C1F-C0B5-9FE3-CDE7-62E8C08C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92C58-96AE-038E-ECC8-AF1BFD13C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83190"/>
            <a:ext cx="9601196" cy="3607894"/>
          </a:xfrm>
        </p:spPr>
        <p:txBody>
          <a:bodyPr>
            <a:normAutofit fontScale="25000" lnSpcReduction="20000"/>
          </a:bodyPr>
          <a:lstStyle/>
          <a:p>
            <a:r>
              <a:rPr lang="en-US" sz="8800" dirty="0"/>
              <a:t>All milestone submissions must be done through the e-learning system. </a:t>
            </a:r>
          </a:p>
          <a:p>
            <a:r>
              <a:rPr lang="en-US" sz="8800" dirty="0"/>
              <a:t>You should follow the submission deadlines specified for each milestone. </a:t>
            </a:r>
          </a:p>
          <a:p>
            <a:r>
              <a:rPr lang="en-US" sz="8800" dirty="0"/>
              <a:t>Any student suspected of plagiarism, will be subject to the procedures set out in the GAR. </a:t>
            </a:r>
          </a:p>
          <a:p>
            <a:r>
              <a:rPr lang="en-US" sz="8800" dirty="0"/>
              <a:t>Students must attend discussion. If a student is absent, he will be considered absent for the: Discussion for final report and software and the Presentation and Demo deliverables. </a:t>
            </a:r>
          </a:p>
          <a:p>
            <a:r>
              <a:rPr lang="en-US" sz="8800" dirty="0"/>
              <a:t>Projects will not be accepted without submitting proposals before hand for approval. </a:t>
            </a:r>
          </a:p>
          <a:p>
            <a:r>
              <a:rPr lang="en-US" sz="8800" dirty="0"/>
              <a:t>Projects are subject to plagiarism checking through </a:t>
            </a:r>
            <a:r>
              <a:rPr lang="en-US" sz="8800" dirty="0" err="1"/>
              <a:t>turnitin</a:t>
            </a:r>
            <a:r>
              <a:rPr lang="en-US" sz="8800" dirty="0"/>
              <a:t>. Only a 20% of AI or references quoting is acceptable.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04721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Summary</a:t>
            </a:r>
          </a:p>
          <a:p>
            <a:pPr lvl="1"/>
            <a:r>
              <a:rPr lang="en-US" sz="2400" dirty="0"/>
              <a:t>This project will provide hands-on experience with LANs.</a:t>
            </a:r>
          </a:p>
          <a:p>
            <a:pPr lvl="1"/>
            <a:r>
              <a:rPr lang="en-US" sz="2400" dirty="0"/>
              <a:t>You'll develop important skills in network design, simulation, and testing.</a:t>
            </a:r>
          </a:p>
          <a:p>
            <a:pPr lvl="1"/>
            <a:r>
              <a:rPr lang="en-US" sz="2400" dirty="0"/>
              <a:t>Make sure to follow the recommended project guidelines and timeline for success.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Next Steps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Choose your project type and get started on the research phase!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>
            <a:grpSpLocks noGrp="1" noUngrp="1" noRot="1" noChangeAspect="1" noMove="1" noResize="1"/>
          </p:cNvGrpSpPr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20" name="Straight Connector 19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Wood human figure"/>
          <p:cNvPicPr>
            <a:picLocks noChangeAspect="1"/>
          </p:cNvPicPr>
          <p:nvPr/>
        </p:nvPicPr>
        <p:blipFill>
          <a:blip r:embed="rId4">
            <a:alphaModFix amt="50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692398" y="1871131"/>
            <a:ext cx="6815669" cy="15155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Thank You </a:t>
            </a:r>
            <a:r>
              <a:rPr lang="en-US" sz="5400">
                <a:solidFill>
                  <a:srgbClr val="FFFFFF"/>
                </a:solidFill>
                <a:sym typeface="Wingdings" panose="05000000000000000000" pitchFamily="2" charset="2"/>
              </a:rPr>
              <a:t></a:t>
            </a:r>
            <a:endParaRPr lang="en-US" sz="5400">
              <a:solidFill>
                <a:srgbClr val="FFFFFF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2692398" y="3657597"/>
            <a:ext cx="6815669" cy="13208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>
                <a:solidFill>
                  <a:srgbClr val="FFFFFF"/>
                </a:solidFill>
              </a:rPr>
              <a:t>Any Questions?</a:t>
            </a:r>
          </a:p>
        </p:txBody>
      </p:sp>
      <p:cxnSp>
        <p:nvCxnSpPr>
          <p:cNvPr id="24" name="Straight Connector 2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3699932" y="3510608"/>
            <a:ext cx="512064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</TotalTime>
  <Words>610</Words>
  <Application>Microsoft Office PowerPoint</Application>
  <PresentationFormat>Widescreen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Garamond</vt:lpstr>
      <vt:lpstr>Wingdings</vt:lpstr>
      <vt:lpstr>Organic</vt:lpstr>
      <vt:lpstr>LAN Design, Implementation, and Configuration </vt:lpstr>
      <vt:lpstr>Assessment Schema</vt:lpstr>
      <vt:lpstr>Introduction</vt:lpstr>
      <vt:lpstr>Project Objectives</vt:lpstr>
      <vt:lpstr>Project Scope</vt:lpstr>
      <vt:lpstr>Technical Requirements</vt:lpstr>
      <vt:lpstr>Project Deliverables</vt:lpstr>
      <vt:lpstr>Deliverables Due</vt:lpstr>
      <vt:lpstr>Project Phases</vt:lpstr>
      <vt:lpstr>Project milestones</vt:lpstr>
      <vt:lpstr>Methodology and Approach</vt:lpstr>
      <vt:lpstr>Project Timeline</vt:lpstr>
      <vt:lpstr>Assessment Criteria</vt:lpstr>
      <vt:lpstr>Submission policy</vt:lpstr>
      <vt:lpstr>Conclusion and Next Steps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aliaa.walid</dc:creator>
  <cp:lastModifiedBy>aliaa.walid</cp:lastModifiedBy>
  <cp:revision>2</cp:revision>
  <dcterms:created xsi:type="dcterms:W3CDTF">2025-02-15T16:58:00Z</dcterms:created>
  <dcterms:modified xsi:type="dcterms:W3CDTF">2026-02-08T12:28:24Z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864DE982CCDE47AAA2D2AC867BFF4360_12</vt:lpwstr>
  </property>
  <property fmtid="{D5CDD505-2E9C-101B-9397-08002B2CF9AE}" pid="3" name="KSOProductBuildVer">
    <vt:lpwstr>1033-12.2.0.20323</vt:lpwstr>
  </property>
</Properties>
</file>